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Financial Model — Anticloud FZ 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Anticloud FZ LLE · Dubai, UAE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0-1.gg · lois@0-1.gg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October 2026 · 2026-10-01T13:21:28Z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Pricing Tiers (Annual License)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Tier | Org Size | Annual Price | Included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Startup | &lt;50 employees | $18,000/yr | 1 deployment, AIOSS chain, basic compliance reports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SME | 50–500 employees | $75,000/yr | 3 deployments, full compliance suite, quarterly audit package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Enterprise | 500–5,000 employees | $350,000/yr | Unlimited deployments, custom fine-tuning, dedicated support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Large Enterprise | 5,000–50,000 employees | $1,200,000/yr | Multi-region, FedRAMP support, SLA 99.9%, red team access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Strategic / Government | 50,000+ / national | $5,000,000/yr | Full sovereign deployment, air-gap cert, regulatory co-filing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5-Year Revenue Projections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### Assumptions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Design partner phase: 0–6 months (waived/discounted pilots, 5 customers)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Revenue starts: Month 7 (first paid contracts)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Primary verticals: Healthcare, Finance, Government, Defense, Legal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Average contract value grows as reference customers enable upsell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No external funding required for Years 1–2 at $1M raise scenario</a:t>
            </a:r>
          </a:p>
          <a:p>
            <a:pPr lvl="1"/>
            <a:r>
              <a:rPr sz="1200" b="0">
                <a:solidFill>
                  <a:srgbClr val="383836"/>
                </a:solidFill>
                <a:latin typeface="Calibri"/>
              </a:rPr>
              <a:t>$80M raise accelerates GTM and compresses timeline by 18–24 months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Conservative Case (No Raise / $1M Angel)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Year | Customers | Avg ACV | ARR | Gross Margin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2026 (partial) | 2 | $75K | $75K | $65K (87%)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2027 | 8 | $120K | $960K | $835K (87%)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2028 | 22 | $180K | $3.96M | $3.4M (87%)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2029 | 45 | $280K | $12.6M | $10.9M (87%)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TAM / SAM / SOM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Market | Size | Basis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TAM — Global enterprise AI infrastructure 2030 | $174B | Gartner, IDC enterprise AI infra projections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SAM — Regulated verticals needing air-gap / sovereign AI 2028 | $28B | Healthcare AI ($8B) + GovTech AI ($7B) + Financial AI ($7B) + Defense AI ($6B)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SOM — Anticloud 3–5 year achievable | $800M–$1.5B | 3–5% SAM penetration at current regulatory forcing function pace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### Regulated Vertical Breakdown (SAM)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Vertical | Regulatory Driver | Est. Market Size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Healthcare | HIPAA, EU MDR, NHS data rules | $8B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Government / Defense | FedRAMP, UK NCSC, UAE data residency | $7B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Financial Services | PCI-DSS 4.0, SEC AI rules, Basel IV | $7B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Legal / Compliance | EU AI Act Art. 22, attorney-client privilege | $3B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Critical Infrastructure | NIS2, NERC CIP, ICS-CERT | $3B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| Total SAM | | $28B |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Capital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One of Anticloud's structural advantages is near-zero cost basis for the 123-project corpus. The development cost structure is: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Cost Item | Amount | Notes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123-project corpus creation | ~$0 marginal | Founder-built, open-source stack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PAX 27B base model | ~$0 | Open-weight foundation, permissive license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PAX fine-tuning (per run) | $1K–$10K | Primary variable capex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Compliance documentation | ~$0 | Founder-produced, AIOSS-verified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Academic archival | ~$0 | Dataverse, Zenodo, ORCID free tiers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Initial benchmarking | ~$50–200 | Kaggle notebook, T4 GPU compute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The entire Anticloud corpus and PAX model were built at near-zero direct cost. Raised capital accelerates go-to-market, team expansion, and fine-tuning velocity — it does not purchase the core technology, which already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12188952" cy="45720"/>
          </a:xfrm>
          <a:prstGeom prst="rect">
            <a:avLst/>
          </a:prstGeom>
          <a:solidFill>
            <a:srgbClr val="C83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88952" cy="521208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600">
                <a:solidFill>
                  <a:srgbClr val="F0EDE4"/>
                </a:solidFill>
                <a:latin typeface="Calibri"/>
              </a:rPr>
              <a:t>Key Financial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383836"/>
                </a:solidFill>
                <a:latin typeface="Calibri"/>
              </a:rPr>
              <a:t>| Milestone | Target | Amount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|---|---|---|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First paying design partner | Month 7 (post-$1M raise) | $18K–$75K ACV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Cash-flow positive (no raise) | Month 18 | ~$500K ARR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Series A readiness | Month 24 ($80M scenario) or Month 36 ($1M scenario) | $10M+ ARR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Profitability (accelerated) | Year 3 | $34M ARR, $29M gross profit |</a:t>
            </a:r>
          </a:p>
          <a:p>
            <a:r>
              <a:rPr sz="1200" b="0">
                <a:solidFill>
                  <a:srgbClr val="383836"/>
                </a:solidFill>
                <a:latin typeface="Calibri"/>
              </a:rPr>
              <a:t>| $1B ARR | Year 5–6 (accelerated) | 380+ customers at $2.5M avg ACV |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Prepared by: Anticloud FZ LLE Internal</a:t>
            </a:r>
          </a:p>
          <a:p>
            <a:r>
              <a:rPr sz="1200" b="1">
                <a:solidFill>
                  <a:srgbClr val="0D0D0C"/>
                </a:solidFill>
                <a:latin typeface="Calibri"/>
              </a:rPr>
              <a:t>All benchmark numbers: independently verified, Anticloud Internal Audit Team, 2026-Q3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00">
                <a:solidFill>
                  <a:srgbClr val="7A7A77"/>
                </a:solidFill>
              </a:rPr>
              <a:t>Anticloud FZ LLE · 0-1.gg · 8b4a8a4f6312dfbe885de828...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