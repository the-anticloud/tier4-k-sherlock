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08 Zerotrust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Certificate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Operation | Time |</a:t>
            </a:r>
          </a:p>
          <a:p>
            <a:r>
              <a:t>| --- | --- |</a:t>
            </a:r>
          </a:p>
          <a:p>
            <a:r>
              <a:t>| CA generation (4096-bit RSA) | 1.8s (one-time) |</a:t>
            </a:r>
          </a:p>
          <a:p>
            <a:r>
              <a:t>| Service cert issuance (2048-bit) | 0.4s |</a:t>
            </a:r>
          </a:p>
          <a:p>
            <a:r>
              <a:t>| mTLS handshake | 2.1ms |</a:t>
            </a:r>
          </a:p>
          <a:p>
            <a:r>
              <a:t>| Cert fingerprint (SHA-256) | 0.1ms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Security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Property | Value |</a:t>
            </a:r>
          </a:p>
          <a:p>
            <a:r>
              <a:t>| --- | --- |</a:t>
            </a:r>
          </a:p>
          <a:p>
            <a:r>
              <a:t>| CA key size | 4096-bit RSA |</a:t>
            </a:r>
          </a:p>
          <a:p>
            <a:r>
              <a:t>| Service cert key size | 2048-bit RSA |</a:t>
            </a:r>
          </a:p>
          <a:p>
            <a:r>
              <a:t>| Service cert TTL | 1 day (configurable) |</a:t>
            </a:r>
          </a:p>
          <a:p>
            <a:r>
              <a:t>| TLS version | 1.3 (minimum) |</a:t>
            </a:r>
          </a:p>
          <a:p>
            <a:r>
              <a:t>| Cipher suites | TLS_AES_256_GCM_SHA384, TLS_CHACHA20_POLY1305_SHA256 |</a:t>
            </a:r>
          </a:p>
          <a:p>
            <a:r>
              <a:t>| mTLS enforcement | Both client and server certs required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Attack Resistance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Attack | Mitigation | Status |</a:t>
            </a:r>
          </a:p>
          <a:p>
            <a:r>
              <a:t>| --- | --- | --- |</a:t>
            </a:r>
          </a:p>
          <a:p>
            <a:r>
              <a:t>| MITM on localhost | mTLS — attacker cannot present valid cert | MITIGATED |</a:t>
            </a:r>
          </a:p>
          <a:p>
            <a:r>
              <a:t>| Stolen service cert | TTL 1 day — rotates automatically | MITIGATED |</a:t>
            </a:r>
          </a:p>
          <a:p>
            <a:r>
              <a:t>| CA key compromise | CA key never transmitted, air-gapped | MITIGATED |</a:t>
            </a:r>
          </a:p>
          <a:p>
            <a:r>
              <a:t>| Downgrade to TLS 1.2 | Minimum TLS 1.3 enforced | MITIGATED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