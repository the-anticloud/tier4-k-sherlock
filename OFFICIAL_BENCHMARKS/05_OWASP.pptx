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05 Owasp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Standard: OWASP Top 10 2021</a:t>
            </a:r>
          </a:p>
          <a:p>
            <a:r>
              <a:t>| # | Category | Mitigation | Status |</a:t>
            </a:r>
          </a:p>
          <a:p>
            <a:r>
              <a:t>| --- | --- | --- | --- |</a:t>
            </a:r>
          </a:p>
          <a:p>
            <a:r>
              <a:t>| A01 | Broken Access Control | Zero-trust mTLS: every call authenticated | PASS |</a:t>
            </a:r>
          </a:p>
          <a:p>
            <a:r>
              <a:t>| A02 | Cryptographic Failures | AES-256-GCM at rest, TLS 1.3 in transit | PASS |</a:t>
            </a:r>
          </a:p>
          <a:p>
            <a:r>
              <a:t>| A03 | Injection | Parameterized queries, no shell exec from user input | PASS |</a:t>
            </a:r>
          </a:p>
          <a:p>
            <a:r>
              <a:t>| A04 | Insecure Design | Threat model documented, offline-first by design | PASS |</a:t>
            </a:r>
          </a:p>
          <a:p>
            <a:r>
              <a:t>| A05 | Security Misconfiguration | Single binary: no misconfigurable cloud console | PASS |</a:t>
            </a:r>
          </a:p>
          <a:p>
            <a:r>
              <a:t>| A06 | Vulnerable Components | SBOM embedded, deterministic builds, pinned deps | PASS |</a:t>
            </a:r>
          </a:p>
          <a:p>
            <a:r>
              <a:t>| A07 | Auth &amp; Session Failures | mTLS short-lived certs, no session tokens | PASS |</a:t>
            </a:r>
          </a:p>
          <a:p>
            <a:r>
              <a:t>| A08 | Software &amp; Data Integrity | AIOSS + Provenance chain on every mutation | PASS |</a:t>
            </a:r>
          </a:p>
          <a:p>
            <a:r>
              <a:t>| A09 | Security Logging | Local observability: all events logged locally | PASS |</a:t>
            </a:r>
          </a:p>
          <a:p>
            <a:r>
              <a:t>| A10 | SSRF | No outbound HTTP in offline mode, allowlist only | PASS |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Additional: LLM Top 10 (OWASP LLM01-LLM10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# | Category | Mitigation | Status |</a:t>
            </a:r>
          </a:p>
          <a:p>
            <a:r>
              <a:t>| --- | --- | --- | --- |</a:t>
            </a:r>
          </a:p>
          <a:p>
            <a:r>
              <a:t>| LLM01 | Prompt Injection | Input sanitization + output validation | PASS |</a:t>
            </a:r>
          </a:p>
          <a:p>
            <a:r>
              <a:t>| LLM02 | Insecure Output Handling | Structured output validator, schema enforcement | PASS |</a:t>
            </a:r>
          </a:p>
          <a:p>
            <a:r>
              <a:t>| LLM03 | Training Data Poisoning | Model weights verified via hash, not retrained online | PASS |</a:t>
            </a:r>
          </a:p>
          <a:p>
            <a:r>
              <a:t>| LLM04 | Model Denial of Service | Token budget enforced, request queuing | PASS |</a:t>
            </a:r>
          </a:p>
          <a:p>
            <a:r>
              <a:t>| LLM05 | Supply Chain Vulnerabilities | SBOM, deterministic build, pinned GGUF hash | PASS |</a:t>
            </a:r>
          </a:p>
          <a:p>
            <a:r>
              <a:t>| LLM06 | Sensitive Info Disclosure | Sovereign Memory encrypted, no plaintext logs of prompts | PASS |</a:t>
            </a:r>
          </a:p>
          <a:p>
            <a:r>
              <a:t>| LLM07 | Insecure Plugin Design | No plugins; all tools compiled into single binary | PASS |</a:t>
            </a:r>
          </a:p>
          <a:p>
            <a:r>
              <a:t>| LLM08 | Excessive Agency | PAX operates in read-only mode by default | PASS |</a:t>
            </a:r>
          </a:p>
          <a:p>
            <a:r>
              <a:t>| LLM09 | Overreliance | Human-in-the-loop required for all write operations | PASS |</a:t>
            </a:r>
          </a:p>
          <a:p>
            <a:r>
              <a:t>| LLM10 | Model Theft | Model runs locally; GGUF never transmitted externally | PASS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