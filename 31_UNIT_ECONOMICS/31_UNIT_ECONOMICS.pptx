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Unit Economics — K Sherlock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Infrastructure Cost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*Hardware:* NVIDIA T4 16GB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*On-demand price:* $0.40/hr (AWS g4dn, GCP T4, Lambda Cloud)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*Throughput:* PAX L5 Narrow L2 General 27B at ~5M tokens/hr on T4 (Q4 quantized, batch 8)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*Cost per 1M tokens: $0.40 / 5 = $0.08*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*At scale (dedicated GPU, reserved):*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Reserved T4 instance: ~$0.18/hr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Throughput: 5M tok/hr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Cost per 1M tokens: *$0.036* (55% cheaper than on-demand)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Magic Number (Sales Efficiency)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*Magic Number &gt; 1.0 = healthy.* &gt;1.5 = exceptional. PAX projected at 1.64 due to low infrastructure cost, compliance-mandatory market (demand-pull), and no cloud dependency for delivery.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Burn Multiple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*Burn multiple &lt; 1.5x at scale = Sequoia-grade efficiency.*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Sensitivity Analysis (Cost per Token)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Margins improve at scale. Unit economics are hardware-driven, not human-driven.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$0.08/1M tokens on T4 GPU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DOI 10.7910/DVN/YMJKOG * ORCID 0009-0009-2233-6107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